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operacional dos projetos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Projetos — da Jornada à medição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508760" y="4160520"/>
            <a:ext cx="9326880" cy="0"/>
          </a:xfrm>
          <a:prstGeom prst="line">
            <a:avLst/>
          </a:prstGeom>
          <a:noFill/>
          <a:ln w="25400">
            <a:solidFill>
              <a:srgbClr val="6B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749040"/>
            <a:ext cx="822960" cy="822960"/>
          </a:xfrm>
          <a:prstGeom prst="ellipse">
            <a:avLst/>
          </a:prstGeom>
          <a:solidFill>
            <a:srgbClr val="533AB7"/>
          </a:solidFill>
          <a:ln w="254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09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29000" y="3749040"/>
            <a:ext cx="822960" cy="822960"/>
          </a:xfrm>
          <a:prstGeom prst="ellipse">
            <a:avLst/>
          </a:prstGeom>
          <a:solidFill>
            <a:srgbClr val="185FA5"/>
          </a:solidFill>
          <a:ln w="254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4709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60720" y="3749040"/>
            <a:ext cx="822960" cy="822960"/>
          </a:xfrm>
          <a:prstGeom prst="ellipse">
            <a:avLst/>
          </a:prstGeom>
          <a:solidFill>
            <a:srgbClr val="B26A00"/>
          </a:solidFill>
          <a:ln w="254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4709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92440" y="3749040"/>
            <a:ext cx="822960" cy="822960"/>
          </a:xfrm>
          <a:prstGeom prst="ellipse">
            <a:avLst/>
          </a:prstGeom>
          <a:solidFill>
            <a:srgbClr val="3B6D11"/>
          </a:solidFill>
          <a:ln w="254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4709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24160" y="3749040"/>
            <a:ext cx="822960" cy="822960"/>
          </a:xfrm>
          <a:prstGeom prst="ellipse">
            <a:avLst/>
          </a:prstGeom>
          <a:solidFill>
            <a:srgbClr val="0B6B57"/>
          </a:solidFill>
          <a:ln w="254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0" y="4709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sistema na versão 8.1.210 · 05/10/2026 · documento editável (formas e setas do PowerPoint)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fluxo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cadastro do projeto à medição — o ciclo volta à Jornada enquanto faltar executar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Programação de Projetos ·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5875">
            <a:solidFill>
              <a:srgbClr val="6B6B6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Cadastro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(sot_projetos)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lista de atividades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5544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EEAFB"/>
          </a:solidFill>
          <a:ln w="15875">
            <a:solidFill>
              <a:srgbClr val="533AB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Jornada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a data da execução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fila: AGUARDANDO EQUIPE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66360" y="15544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Fila do dia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A PROGRAMAR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 no projeto e na equipe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0" y="15544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Equipe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entra na composição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COMPOSIÇÃO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29800" y="15544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85FA5"/>
          </a:solidFill>
          <a:ln w="15875">
            <a:solidFill>
              <a:srgbClr val="185FA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💾 Salvar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confirmada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7440" y="2034540"/>
            <a:ext cx="45720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09160" y="2034540"/>
            <a:ext cx="45720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040880" y="2034540"/>
            <a:ext cx="45720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372600" y="2034540"/>
            <a:ext cx="45720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767060" y="2514600"/>
            <a:ext cx="0" cy="77724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829800" y="32918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EF3E2"/>
          </a:solidFill>
          <a:ln w="15875">
            <a:solidFill>
              <a:srgbClr val="B26A0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Portaria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E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placa, foto, KM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E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retorno: vistoria e KM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32918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AF3DE"/>
          </a:solidFill>
          <a:ln w="15875">
            <a:solidFill>
              <a:srgbClr val="3B6D1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Campo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encarregado lança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quantidades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329184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EAF3DE"/>
          </a:solidFill>
          <a:ln w="15875">
            <a:solidFill>
              <a:srgbClr val="3B6D1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Supervisor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os lançamentos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quantidade executada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154680"/>
            <a:ext cx="1874520" cy="123444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A1A18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Jornada: o que falta?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29184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E1F5EE"/>
          </a:solidFill>
          <a:ln w="15875">
            <a:solidFill>
              <a:srgbClr val="0B6B5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Medição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→ aprovação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emissão de NF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flipH="1">
            <a:off x="9372600" y="3771900"/>
            <a:ext cx="45720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7040880" y="3771900"/>
            <a:ext cx="45720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4709160" y="3771900"/>
            <a:ext cx="45720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2148840" y="3771900"/>
            <a:ext cx="68580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2148840" y="34701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V="1">
            <a:off x="3771900" y="2514600"/>
            <a:ext cx="0" cy="640080"/>
          </a:xfrm>
          <a:prstGeom prst="line">
            <a:avLst/>
          </a:prstGeom>
          <a:noFill/>
          <a:ln w="19050">
            <a:solidFill>
              <a:srgbClr val="533AB7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3881628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33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executar → nova data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0749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2F2F2"/>
          </a:solidFill>
          <a:ln w="15875">
            <a:solidFill>
              <a:srgbClr val="6B6B6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65960" y="50749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EEEAFB"/>
          </a:solidFill>
          <a:ln w="15875">
            <a:solidFill>
              <a:srgbClr val="533AB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29000" y="50749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50749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EF3E2"/>
          </a:solidFill>
          <a:ln w="15875">
            <a:solidFill>
              <a:srgbClr val="B26A0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50749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EAF3DE"/>
          </a:solidFill>
          <a:ln w="15875">
            <a:solidFill>
              <a:srgbClr val="3B6D1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18120" y="50749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E1F5EE"/>
          </a:solidFill>
          <a:ln w="15875">
            <a:solidFill>
              <a:srgbClr val="0B6B5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81160" y="50749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CEBEB"/>
          </a:solidFill>
          <a:ln w="15875">
            <a:solidFill>
              <a:srgbClr val="A32D2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744200" y="5029200"/>
            <a:ext cx="1325880" cy="47548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A1A1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566928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 w="15875">
            <a:solidFill>
              <a:srgbClr val="6B6B6B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status administrativo do projeto (Recebido … Faturado) é alterado à mão no cadastro e não acompanha a programação. Na tela, "EM COMPOSIÇÃO" e "PROGRAMADO" vêm da composição da equipe.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2 · Jornada: enviar o projeto para uma 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data não programa equipe: só coloca o projeto na fila daquele dia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Programação de Projetos ·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011680" cy="11887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A1A18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lista de atividades?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2743200"/>
            <a:ext cx="0" cy="5029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1554480" y="2834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EEEAFB"/>
          </a:solidFill>
          <a:ln w="15875">
            <a:solidFill>
              <a:srgbClr val="533AB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lista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pede antes de programar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2148840"/>
            <a:ext cx="36576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423160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7373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EEEAFB"/>
          </a:solidFill>
          <a:ln w="15875">
            <a:solidFill>
              <a:srgbClr val="533AB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execução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/ Próxima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697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perfis de gestão e programação: admin, diretoria, gestor, coordenador, supervisor, administrativo e escritório.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37760" y="2148840"/>
            <a:ext cx="3200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257800" y="169164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EEEAFB"/>
          </a:solidFill>
          <a:ln w="15875">
            <a:solidFill>
              <a:srgbClr val="533AB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· Amanhã · calendário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obrigatória, não aceita passada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0" y="2148840"/>
            <a:ext cx="3200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818120" y="1554480"/>
            <a:ext cx="2011680" cy="11887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A1A18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está numa equipe nesse dia?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829800" y="2148840"/>
            <a:ext cx="27432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9710928" y="1810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104120" y="17373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 abrir a programação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23960" y="2743200"/>
            <a:ext cx="0" cy="2743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891540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18120" y="3017520"/>
            <a:ext cx="2011680" cy="11887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A1A18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está na fila nessa data?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29800" y="3611880"/>
            <a:ext cx="27432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9710928" y="3273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104120" y="32004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duplica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que já aguarda programação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23960" y="4206240"/>
            <a:ext cx="0" cy="2743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8915400" y="4206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18120" y="4480560"/>
            <a:ext cx="2011680" cy="11887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A1A18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outra data prevista?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29800" y="5074920"/>
            <a:ext cx="27432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9710928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104120" y="457200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EEEAFB"/>
          </a:solidFill>
          <a:ln w="15875">
            <a:solidFill>
              <a:srgbClr val="533AB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 data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pela nova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esta data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 flipH="1">
            <a:off x="7498080" y="5074920"/>
            <a:ext cx="3200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7424928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57800" y="4617720"/>
            <a:ext cx="2240280" cy="914400"/>
          </a:xfrm>
          <a:prstGeom prst="can">
            <a:avLst/>
          </a:prstGeom>
          <a:solidFill>
            <a:srgbClr val="F4F4F2"/>
          </a:solidFill>
          <a:ln w="15875">
            <a:solidFill>
              <a:srgbClr val="55555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prog_projetos_agenda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AGUARDANDO_EQUIPE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27080" y="5577840"/>
            <a:ext cx="0" cy="41148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>
            <a:off x="6377940" y="5989320"/>
            <a:ext cx="45491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6377940" y="5532120"/>
            <a:ext cx="0" cy="45720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8138160" y="6016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/ adicionar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H="1">
            <a:off x="4937760" y="5074920"/>
            <a:ext cx="3200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2834640" y="466344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do dia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A PROGRAMAR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sem equipe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572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troca de data, o registro antigo da fila é cancelado; ao adicionar, as duas datas ficam na fila.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3 · Fila do dia e situação do projeto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"📋 PROJETOS A PROGRAMAR" no topo da Programação de Projetos (contrato + data)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Programação de Projetos ·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PROGRAMAR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equipe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09160" y="14173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EF3E2"/>
          </a:solidFill>
          <a:ln w="15875">
            <a:solidFill>
              <a:srgbClr val="B26A0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COMPOSIÇÃO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E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na equipe, equipe não confirmada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0" y="14173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AF3DE"/>
          </a:solidFill>
          <a:ln w="15875">
            <a:solidFill>
              <a:srgbClr val="3B6D1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</a:t>
            </a:r>
            <a:endParaRPr lang="en-US" sz="13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confirmada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805940"/>
            <a:ext cx="141732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291840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→ equipe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805940"/>
            <a:ext cx="141732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7452360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Salvar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241280" y="2194560"/>
            <a:ext cx="0" cy="320040"/>
          </a:xfrm>
          <a:prstGeom prst="line">
            <a:avLst/>
          </a:prstGeom>
          <a:noFill/>
          <a:ln w="19050">
            <a:solidFill>
              <a:srgbClr val="A32D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6080760" y="2514600"/>
            <a:ext cx="4160520" cy="0"/>
          </a:xfrm>
          <a:prstGeom prst="line">
            <a:avLst/>
          </a:prstGeom>
          <a:noFill/>
          <a:ln w="19050">
            <a:solidFill>
              <a:srgbClr val="A32D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6080760" y="2194560"/>
            <a:ext cx="0" cy="320040"/>
          </a:xfrm>
          <a:prstGeom prst="line">
            <a:avLst/>
          </a:prstGeom>
          <a:noFill/>
          <a:ln w="19050">
            <a:solidFill>
              <a:srgbClr val="A32D2D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49808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Desprog.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2194560"/>
            <a:ext cx="0" cy="320040"/>
          </a:xfrm>
          <a:prstGeom prst="line">
            <a:avLst/>
          </a:prstGeom>
          <a:noFill/>
          <a:ln w="19050">
            <a:solidFill>
              <a:srgbClr val="A32D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1920240" y="2514600"/>
            <a:ext cx="3200400" cy="0"/>
          </a:xfrm>
          <a:prstGeom prst="line">
            <a:avLst/>
          </a:prstGeom>
          <a:noFill/>
          <a:ln w="19050">
            <a:solidFill>
              <a:srgbClr val="A32D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920240" y="2194560"/>
            <a:ext cx="0" cy="320040"/>
          </a:xfrm>
          <a:prstGeom prst="line">
            <a:avLst/>
          </a:prstGeom>
          <a:noFill/>
          <a:ln w="19050">
            <a:solidFill>
              <a:srgbClr val="A32D2D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286000" y="2542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 o projeto da equipe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projeto entra na equipe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 no projeto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fila do dia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0240" y="3931920"/>
            <a:ext cx="27432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194560" y="3383280"/>
            <a:ext cx="1600200" cy="10972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A1A18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passada?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94760" y="3931920"/>
            <a:ext cx="27432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657600" y="3547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69080" y="352044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a equipe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contrato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3931920"/>
            <a:ext cx="27432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806440" y="3383280"/>
            <a:ext cx="1600200" cy="10972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A1A18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folga pela escala?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06640" y="3931920"/>
            <a:ext cx="27432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7269480" y="3547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80960" y="3383280"/>
            <a:ext cx="1645920" cy="10972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A1A18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já confirmada?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26880" y="3931920"/>
            <a:ext cx="27432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9189720" y="35478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01200" y="342900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entra na equipe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composicao_dia.projeto_ids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fila: ALOCADO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994660" y="4480560"/>
            <a:ext cx="0" cy="41148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3063240" y="4526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94560" y="48920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FCEBEB"/>
          </a:solidFill>
          <a:ln w="15875">
            <a:solidFill>
              <a:srgbClr val="A32D2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programa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passada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06540" y="4480560"/>
            <a:ext cx="0" cy="41148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6675120" y="4526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15000" y="48920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CEBEB"/>
          </a:solidFill>
          <a:ln w="15875">
            <a:solidFill>
              <a:srgbClr val="A32D2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com hora extra autorizada no quadro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03920" y="4480560"/>
            <a:ext cx="0" cy="41148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8577072" y="4526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80960" y="489204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na programação já confirmada?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326880" y="5280660"/>
            <a:ext cx="13487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10675620" y="4434840"/>
            <a:ext cx="0" cy="8458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9418320" y="5303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com a equipe ainda não confirmada, o projeto fica EM COMPOSIÇÃO; com a equipe já confirmada, fica PROGRAMADO. Também dá para incluir ou retirar projetos pela linha da equipe (📋 Projetos da equipe).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4 · Montar e confirmar a equipe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cada equipe no quadro da Programação de Projetos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Programação de Projetos ·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Colaboradores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Escalar, slots, menu ou arrastar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falta, folga, férias e quem já está em outra equipe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40280" y="2377440"/>
            <a:ext cx="0" cy="32004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Motorista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 no menu do slot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3429000"/>
            <a:ext cx="0" cy="32004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48640" y="37490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Veículo do dia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(prog_veiculos_dia)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compartilhar com 2ª equipe (máx. 2)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4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carreta de cabos ou compressor, com placa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4366260"/>
            <a:ext cx="41148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343400" y="3995928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185FA5"/>
          </a:solidFill>
          <a:ln w="15875">
            <a:solidFill>
              <a:srgbClr val="185FA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Salvar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4173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2F2F2"/>
          </a:solidFill>
          <a:ln w="15875">
            <a:solidFill>
              <a:srgbClr val="6B6B6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Verificações ao salvar (todas obrigatórias)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fora da folga da escala (ou hora extra autorizada)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de colaboradores do tipo de equipe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placa, quando o tipo de equipe exige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da equipe válido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motorista, quando obrigatório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43800" y="3291840"/>
            <a:ext cx="0" cy="502920"/>
          </a:xfrm>
          <a:prstGeom prst="line">
            <a:avLst/>
          </a:prstGeom>
          <a:noFill/>
          <a:ln w="19050">
            <a:solidFill>
              <a:srgbClr val="6B6B6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80760" y="4366260"/>
            <a:ext cx="41148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92240" y="3794760"/>
            <a:ext cx="2103120" cy="11430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A1A18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Passou em todas?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95360" y="4366260"/>
            <a:ext cx="41148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8577072" y="4023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06840" y="37033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EAF3DE"/>
          </a:solidFill>
          <a:ln w="15875">
            <a:solidFill>
              <a:srgbClr val="3B6D1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PROGRAMADA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composicao_dia: confirmada + veículo, placa e motorista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prog_veiculos_dia confirmado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43800" y="4937760"/>
            <a:ext cx="0" cy="41148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616952" y="4983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534924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FCEBEB"/>
          </a:solidFill>
          <a:ln w="15875">
            <a:solidFill>
              <a:srgbClr val="A32D2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motivo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confirmado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378440" y="5029200"/>
            <a:ext cx="0" cy="32004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006840" y="53492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5875">
            <a:solidFill>
              <a:srgbClr val="6B6B6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Desprog.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a não confirmada para alterar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12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Compartilhado: a outra equipe precisa estar com a mesma placa no mesmo dia; o vínculo fica nos dois lados e o banco bloqueia a 3ª equipe.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5 · Portaria: saída e retorno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→ Equipes do dia (lista as equipes programadas da data)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Programação de Projetos ·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EF3E2"/>
          </a:solidFill>
          <a:ln w="15875">
            <a:solidFill>
              <a:srgbClr val="B26A0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do dia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E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programadas, com o veículo do dia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988820"/>
            <a:ext cx="3200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926080" y="1371600"/>
            <a:ext cx="1874520" cy="123444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A1A18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com saída aberta?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63340" y="2606040"/>
            <a:ext cx="0" cy="32004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931920" y="2633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29260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CEBEB"/>
          </a:solidFill>
          <a:ln w="15875">
            <a:solidFill>
              <a:srgbClr val="A32D2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o retorno antes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988820"/>
            <a:ext cx="3200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70916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14630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EF3E2"/>
          </a:solidFill>
          <a:ln w="15875">
            <a:solidFill>
              <a:srgbClr val="B26A0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Liberar saída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E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reconfere a placa programada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E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da carga · materiais · KM de saída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1988820"/>
            <a:ext cx="3200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818120" y="1463040"/>
            <a:ext cx="1828800" cy="1051560"/>
          </a:xfrm>
          <a:prstGeom prst="can">
            <a:avLst/>
          </a:prstGeom>
          <a:solidFill>
            <a:srgbClr val="F4F4F2"/>
          </a:solidFill>
          <a:ln w="15875">
            <a:solidFill>
              <a:srgbClr val="55555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frotas_portaria_saidas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Em campo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46920" y="1988820"/>
            <a:ext cx="3200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966960" y="150876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EAF3DE"/>
          </a:solidFill>
          <a:ln w="15875">
            <a:solidFill>
              <a:srgbClr val="3B6D1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campo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do dia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858500" y="2468880"/>
            <a:ext cx="0" cy="169164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966960" y="41605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EF3E2"/>
          </a:solidFill>
          <a:ln w="15875">
            <a:solidFill>
              <a:srgbClr val="B26A0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volta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flipH="1">
            <a:off x="9646920" y="4640580"/>
            <a:ext cx="3200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269480" y="416052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FEF3E2"/>
          </a:solidFill>
          <a:ln w="15875">
            <a:solidFill>
              <a:srgbClr val="B26A0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Vistoria de retorno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E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KM, foto, devolução de material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flipH="1">
            <a:off x="6949440" y="4640580"/>
            <a:ext cx="3200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120640" y="4114800"/>
            <a:ext cx="1828800" cy="1051560"/>
          </a:xfrm>
          <a:prstGeom prst="can">
            <a:avLst/>
          </a:prstGeom>
          <a:solidFill>
            <a:srgbClr val="F4F4F2"/>
          </a:solidFill>
          <a:ln w="15875">
            <a:solidFill>
              <a:srgbClr val="55555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Retornado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 KM de retorno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flipH="1">
            <a:off x="4800600" y="4640580"/>
            <a:ext cx="3200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926080" y="416052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5875">
            <a:solidFill>
              <a:srgbClr val="6B6B6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liberada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sair de novo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0690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Sem internet: saída e retorno ficam gravados no tablet e sincronizam depois (o retorno espera a saída subir).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486400"/>
            <a:ext cx="11292840" cy="777240"/>
          </a:xfrm>
          <a:prstGeom prst="roundRect">
            <a:avLst>
              <a:gd name="adj" fmla="val 9412"/>
            </a:avLst>
          </a:prstGeom>
          <a:solidFill>
            <a:srgbClr val="FEF3E2"/>
          </a:solidFill>
          <a:ln w="15875">
            <a:solidFill>
              <a:srgbClr val="B26A00"/>
            </a:solidFill>
            <a:prstDash val="dash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E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Em aprovação — 8.1.211 (caminhão compartilhado)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E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2ª equipe sai junto, ligada à saída principal e sem KM; o retorno da principal fecha as duas. Aguarda aplicar a migration.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6 e 7 · Campo, validação e próximo passo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equipe executa vira quantidade executada; a Jornada decide o que vem depois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Programação de Projetos ·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EAF3DE"/>
          </a:solidFill>
          <a:ln w="15875">
            <a:solidFill>
              <a:srgbClr val="3B6D1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da equipe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da composição do dia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943100"/>
            <a:ext cx="3200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880360" y="14630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EAF3DE"/>
          </a:solidFill>
          <a:ln w="15875">
            <a:solidFill>
              <a:srgbClr val="3B6D1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Encarregado lança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por código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A4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executado ou viabilizado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66360" y="1943100"/>
            <a:ext cx="3200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486400" y="1417320"/>
            <a:ext cx="1828800" cy="1051560"/>
          </a:xfrm>
          <a:prstGeom prst="can">
            <a:avLst/>
          </a:prstGeom>
          <a:solidFill>
            <a:srgbClr val="F4F4F2"/>
          </a:solidFill>
          <a:ln w="15875">
            <a:solidFill>
              <a:srgbClr val="55555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sot_lancamentos_campo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0" y="1943100"/>
            <a:ext cx="3200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635240" y="1325880"/>
            <a:ext cx="1828800" cy="123444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A1A18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aprova?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49640" y="2560320"/>
            <a:ext cx="0" cy="2743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8641080" y="2578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35240" y="283464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CEBEB"/>
          </a:solidFill>
          <a:ln w="15875">
            <a:solidFill>
              <a:srgbClr val="A32D2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motivo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64040" y="1943100"/>
            <a:ext cx="3200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9400032" y="1600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784080" y="1371600"/>
            <a:ext cx="1965960" cy="1143000"/>
          </a:xfrm>
          <a:prstGeom prst="can">
            <a:avLst/>
          </a:prstGeom>
          <a:solidFill>
            <a:srgbClr val="F4F4F2"/>
          </a:solidFill>
          <a:ln w="15875">
            <a:solidFill>
              <a:srgbClr val="55555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sot_atividades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em qtd_executada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(pode corrigir a qtd)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767060" y="2514600"/>
            <a:ext cx="0" cy="114300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738360" y="3657600"/>
            <a:ext cx="2057400" cy="11887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A1A18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Jornada: o que falta?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H="1">
            <a:off x="9555480" y="4251960"/>
            <a:ext cx="18288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3954780"/>
            <a:ext cx="0" cy="164592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9326880" y="3954780"/>
            <a:ext cx="22860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9326880" y="4777740"/>
            <a:ext cx="22860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9326880" y="5600700"/>
            <a:ext cx="22860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583680" y="361188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EEEAFB"/>
          </a:solidFill>
          <a:ln w="15875">
            <a:solidFill>
              <a:srgbClr val="533AB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próxima execução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executar e não há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443484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EEEAFB"/>
          </a:solidFill>
          <a:ln w="15875">
            <a:solidFill>
              <a:srgbClr val="533AB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execução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executar e já há 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525780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E1F5EE"/>
          </a:solidFill>
          <a:ln w="15875">
            <a:solidFill>
              <a:srgbClr val="0B6B5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parcial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executado ainda não medido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flipH="1">
            <a:off x="6309360" y="3954780"/>
            <a:ext cx="27432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3931920" y="3611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EEAFB"/>
          </a:solidFill>
          <a:ln w="15875">
            <a:solidFill>
              <a:srgbClr val="533AB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à escolha da data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C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ciclo recomeça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flipH="1">
            <a:off x="6309360" y="5600700"/>
            <a:ext cx="27432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931920" y="525780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1F5EE"/>
          </a:solidFill>
          <a:ln w="15875">
            <a:solidFill>
              <a:srgbClr val="0B6B5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 → aprovação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 flipH="1">
            <a:off x="3383280" y="5600700"/>
            <a:ext cx="5486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457200" y="525780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E1F5EE"/>
          </a:solidFill>
          <a:ln w="15875">
            <a:solidFill>
              <a:srgbClr val="0B6B5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Emitir NF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aprovada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61188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 w="15875">
            <a:solidFill>
              <a:srgbClr val="6B6B6B"/>
            </a:solidFill>
            <a:prstDash val="solid"/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saídas da Jornada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requisição (materiais sem requisição)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relatório · AS BUILT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Aguardar cliente / boletim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NF de uma parcial não encerra o projeto enquanto houver quantidade prevista sem executar.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de atenção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Comportamentos atuais do sistema que afetam a leitura do fluxo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Programação de Projetos ·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F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83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projeto não acompanha a programação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688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status de sot_projetos (Programado, Em execução … Faturado) só muda à mão. A função antiga que marcaria "Programado" não é chamada por nenhuma tela.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F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783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Desprogramar não atualiza a fila no banco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4688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registro em prog_projetos_agenda continua ALOCADO. A tela mostra certo porque lê a composição da equipe.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88620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F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114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do seletor do topo entram com a escala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80060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escalar colaboradores, os projetos escolhidos no seletor do topo da tela também são gravados na equipe.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88620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F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4160520"/>
            <a:ext cx="548640" cy="54864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4114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ainda não lê compartilhamento e carreta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80060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Portaria carrega a placa do dia sem os campos da 8.1.210. Isso entra na 8.1.211, que aguarda a aprovação da migration.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cada etapa grava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do banco envolvidas no fluxo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· Programação de Projetos · 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01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6355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grava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sot_projetos · sot_atividades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projeto, status administrativo (manual) e atividades: qtd prevista, executada e medida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Jornada / fila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prog_projetos_agenda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+ data; AGUARDANDO_EQUIPE → ALOCADO (ou CANCELADO na troca de data)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composicao_dia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colaboradores, projetos (projeto_ids), motorista, veículo e confirmada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Veículo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prog_veiculos_dia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placa do dia; compartilhamento com outra equipe; carreta de cabos ou compressor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frotas_portaria_saidas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saída e retorno: placa, KM, fotos, materiais, status Em campo / Retornado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sot_lancamentos_campo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lançamentos do encarregado: pendente → aprovado ou rejeitado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operacional dos projetos — Programação de Projetos</dc:title>
  <dc:subject>PptxGenJS Presentation</dc:subject>
  <dc:creator>CENA</dc:creator>
  <cp:lastModifiedBy>CENA</cp:lastModifiedBy>
  <cp:revision>1</cp:revision>
  <dcterms:created xsi:type="dcterms:W3CDTF">2026-10-05T22:55:08Z</dcterms:created>
  <dcterms:modified xsi:type="dcterms:W3CDTF">2026-10-05T22:55:08Z</dcterms:modified>
</cp:coreProperties>
</file>